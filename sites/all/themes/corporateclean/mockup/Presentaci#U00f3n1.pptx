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38" autoAdjust="0"/>
  </p:normalViewPr>
  <p:slideViewPr>
    <p:cSldViewPr>
      <p:cViewPr varScale="1">
        <p:scale>
          <a:sx n="42" d="100"/>
          <a:sy n="42" d="100"/>
        </p:scale>
        <p:origin x="-9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5041-DD45-4CC0-8A2A-8BD0942C252A}" type="datetimeFigureOut">
              <a:rPr lang="es-MX" smtClean="0"/>
              <a:pPr/>
              <a:t>04/11/2015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6D47D-AEE5-408B-9CF4-556D624561C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5041-DD45-4CC0-8A2A-8BD0942C252A}" type="datetimeFigureOut">
              <a:rPr lang="es-MX" smtClean="0"/>
              <a:pPr/>
              <a:t>04/11/2015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6D47D-AEE5-408B-9CF4-556D624561C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5041-DD45-4CC0-8A2A-8BD0942C252A}" type="datetimeFigureOut">
              <a:rPr lang="es-MX" smtClean="0"/>
              <a:pPr/>
              <a:t>04/11/2015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6D47D-AEE5-408B-9CF4-556D624561C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5041-DD45-4CC0-8A2A-8BD0942C252A}" type="datetimeFigureOut">
              <a:rPr lang="es-MX" smtClean="0"/>
              <a:pPr/>
              <a:t>04/11/2015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6D47D-AEE5-408B-9CF4-556D624561C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5041-DD45-4CC0-8A2A-8BD0942C252A}" type="datetimeFigureOut">
              <a:rPr lang="es-MX" smtClean="0"/>
              <a:pPr/>
              <a:t>04/11/2015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6D47D-AEE5-408B-9CF4-556D624561C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5041-DD45-4CC0-8A2A-8BD0942C252A}" type="datetimeFigureOut">
              <a:rPr lang="es-MX" smtClean="0"/>
              <a:pPr/>
              <a:t>04/11/2015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6D47D-AEE5-408B-9CF4-556D624561C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5041-DD45-4CC0-8A2A-8BD0942C252A}" type="datetimeFigureOut">
              <a:rPr lang="es-MX" smtClean="0"/>
              <a:pPr/>
              <a:t>04/11/2015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6D47D-AEE5-408B-9CF4-556D624561C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5041-DD45-4CC0-8A2A-8BD0942C252A}" type="datetimeFigureOut">
              <a:rPr lang="es-MX" smtClean="0"/>
              <a:pPr/>
              <a:t>04/11/2015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6D47D-AEE5-408B-9CF4-556D624561C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5041-DD45-4CC0-8A2A-8BD0942C252A}" type="datetimeFigureOut">
              <a:rPr lang="es-MX" smtClean="0"/>
              <a:pPr/>
              <a:t>04/11/2015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6D47D-AEE5-408B-9CF4-556D624561C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5041-DD45-4CC0-8A2A-8BD0942C252A}" type="datetimeFigureOut">
              <a:rPr lang="es-MX" smtClean="0"/>
              <a:pPr/>
              <a:t>04/11/2015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6D47D-AEE5-408B-9CF4-556D624561C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5041-DD45-4CC0-8A2A-8BD0942C252A}" type="datetimeFigureOut">
              <a:rPr lang="es-MX" smtClean="0"/>
              <a:pPr/>
              <a:t>04/11/2015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6D47D-AEE5-408B-9CF4-556D624561C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85041-DD45-4CC0-8A2A-8BD0942C252A}" type="datetimeFigureOut">
              <a:rPr lang="es-MX" smtClean="0"/>
              <a:pPr/>
              <a:t>04/11/2015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E6D47D-AEE5-408B-9CF4-556D624561C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Elipse"/>
          <p:cNvSpPr/>
          <p:nvPr/>
        </p:nvSpPr>
        <p:spPr>
          <a:xfrm>
            <a:off x="1331640" y="1268760"/>
            <a:ext cx="2016224" cy="208823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4 Elipse"/>
          <p:cNvSpPr/>
          <p:nvPr/>
        </p:nvSpPr>
        <p:spPr>
          <a:xfrm>
            <a:off x="3707904" y="1268760"/>
            <a:ext cx="2016224" cy="208823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5 Elipse"/>
          <p:cNvSpPr/>
          <p:nvPr/>
        </p:nvSpPr>
        <p:spPr>
          <a:xfrm>
            <a:off x="6084168" y="1268760"/>
            <a:ext cx="2016224" cy="208823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6 Elipse"/>
          <p:cNvSpPr/>
          <p:nvPr/>
        </p:nvSpPr>
        <p:spPr>
          <a:xfrm>
            <a:off x="1619672" y="1556792"/>
            <a:ext cx="1440160" cy="151216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7 Elipse"/>
          <p:cNvSpPr/>
          <p:nvPr/>
        </p:nvSpPr>
        <p:spPr>
          <a:xfrm>
            <a:off x="3995936" y="1556792"/>
            <a:ext cx="1440160" cy="151216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" name="8 Elipse"/>
          <p:cNvSpPr/>
          <p:nvPr/>
        </p:nvSpPr>
        <p:spPr>
          <a:xfrm>
            <a:off x="6372200" y="1556792"/>
            <a:ext cx="1440160" cy="151216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9 CuadroTexto"/>
          <p:cNvSpPr txBox="1"/>
          <p:nvPr/>
        </p:nvSpPr>
        <p:spPr>
          <a:xfrm>
            <a:off x="1835696" y="1988840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1"/>
                </a:solidFill>
              </a:rPr>
              <a:t>GESTION</a:t>
            </a:r>
          </a:p>
          <a:p>
            <a:r>
              <a:rPr lang="es-MX" dirty="0" smtClean="0">
                <a:solidFill>
                  <a:schemeClr val="bg1"/>
                </a:solidFill>
              </a:rPr>
              <a:t>   PARA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3923928" y="1988840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1"/>
                </a:solidFill>
              </a:rPr>
              <a:t>PRESUPUESTO</a:t>
            </a:r>
          </a:p>
          <a:p>
            <a:r>
              <a:rPr lang="es-MX" dirty="0" smtClean="0">
                <a:solidFill>
                  <a:schemeClr val="bg1"/>
                </a:solidFill>
              </a:rPr>
              <a:t>  BASADO EN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6372200" y="1844824"/>
            <a:ext cx="1512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1"/>
                </a:solidFill>
              </a:rPr>
              <a:t>SISTEMA DE</a:t>
            </a:r>
          </a:p>
          <a:p>
            <a:r>
              <a:rPr lang="es-MX" dirty="0" smtClean="0">
                <a:solidFill>
                  <a:schemeClr val="bg1"/>
                </a:solidFill>
              </a:rPr>
              <a:t>EVALUACION</a:t>
            </a:r>
          </a:p>
          <a:p>
            <a:r>
              <a:rPr lang="es-MX" dirty="0" smtClean="0">
                <a:solidFill>
                  <a:schemeClr val="bg1"/>
                </a:solidFill>
              </a:rPr>
              <a:t>BASADO EN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3" name="12 Flecha abajo"/>
          <p:cNvSpPr/>
          <p:nvPr/>
        </p:nvSpPr>
        <p:spPr>
          <a:xfrm>
            <a:off x="2051720" y="3356992"/>
            <a:ext cx="648072" cy="1584176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14 Flecha abajo"/>
          <p:cNvSpPr/>
          <p:nvPr/>
        </p:nvSpPr>
        <p:spPr>
          <a:xfrm>
            <a:off x="4427984" y="3356992"/>
            <a:ext cx="648072" cy="1584176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15 Flecha abajo"/>
          <p:cNvSpPr/>
          <p:nvPr/>
        </p:nvSpPr>
        <p:spPr>
          <a:xfrm>
            <a:off x="6804248" y="3356992"/>
            <a:ext cx="648072" cy="1584176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16 CuadroTexto"/>
          <p:cNvSpPr txBox="1"/>
          <p:nvPr/>
        </p:nvSpPr>
        <p:spPr>
          <a:xfrm>
            <a:off x="1331640" y="4941168"/>
            <a:ext cx="684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dirty="0" smtClean="0"/>
              <a:t>R  E  S  U  L  T  A  D  O  S</a:t>
            </a:r>
            <a:endParaRPr lang="es-MX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Elipse"/>
          <p:cNvSpPr/>
          <p:nvPr/>
        </p:nvSpPr>
        <p:spPr>
          <a:xfrm>
            <a:off x="1331640" y="1268760"/>
            <a:ext cx="2016224" cy="20882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4 Elipse"/>
          <p:cNvSpPr/>
          <p:nvPr/>
        </p:nvSpPr>
        <p:spPr>
          <a:xfrm>
            <a:off x="3707904" y="1268760"/>
            <a:ext cx="2016224" cy="208823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5 Elipse"/>
          <p:cNvSpPr/>
          <p:nvPr/>
        </p:nvSpPr>
        <p:spPr>
          <a:xfrm>
            <a:off x="6084168" y="1268760"/>
            <a:ext cx="2016224" cy="208823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6 Elipse"/>
          <p:cNvSpPr/>
          <p:nvPr/>
        </p:nvSpPr>
        <p:spPr>
          <a:xfrm>
            <a:off x="1619672" y="1556792"/>
            <a:ext cx="1440160" cy="151216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7 Elipse"/>
          <p:cNvSpPr/>
          <p:nvPr/>
        </p:nvSpPr>
        <p:spPr>
          <a:xfrm>
            <a:off x="3995936" y="1556792"/>
            <a:ext cx="1440160" cy="151216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" name="8 Elipse"/>
          <p:cNvSpPr/>
          <p:nvPr/>
        </p:nvSpPr>
        <p:spPr>
          <a:xfrm>
            <a:off x="6372200" y="1556792"/>
            <a:ext cx="1440160" cy="151216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9 CuadroTexto"/>
          <p:cNvSpPr txBox="1"/>
          <p:nvPr/>
        </p:nvSpPr>
        <p:spPr>
          <a:xfrm>
            <a:off x="1835696" y="1988840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1"/>
                </a:solidFill>
              </a:rPr>
              <a:t>GESTION</a:t>
            </a:r>
          </a:p>
          <a:p>
            <a:r>
              <a:rPr lang="es-MX" dirty="0" smtClean="0">
                <a:solidFill>
                  <a:schemeClr val="bg1"/>
                </a:solidFill>
              </a:rPr>
              <a:t>   PARA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3923928" y="1988840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PRESUPUESTO</a:t>
            </a:r>
          </a:p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  BASADO EN</a:t>
            </a:r>
            <a:endParaRPr lang="es-MX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6372200" y="1844824"/>
            <a:ext cx="1512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SISTEMA DE</a:t>
            </a:r>
          </a:p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EVALUACION</a:t>
            </a:r>
          </a:p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BASADO EN</a:t>
            </a:r>
            <a:endParaRPr lang="es-MX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12 Flecha abajo"/>
          <p:cNvSpPr/>
          <p:nvPr/>
        </p:nvSpPr>
        <p:spPr>
          <a:xfrm>
            <a:off x="2051720" y="3356992"/>
            <a:ext cx="648072" cy="1584176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14 Flecha abajo"/>
          <p:cNvSpPr/>
          <p:nvPr/>
        </p:nvSpPr>
        <p:spPr>
          <a:xfrm>
            <a:off x="4427984" y="3356992"/>
            <a:ext cx="648072" cy="1584176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15 Flecha abajo"/>
          <p:cNvSpPr/>
          <p:nvPr/>
        </p:nvSpPr>
        <p:spPr>
          <a:xfrm>
            <a:off x="6804248" y="3356992"/>
            <a:ext cx="648072" cy="1584176"/>
          </a:xfrm>
          <a:prstGeom prst="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16 CuadroTexto"/>
          <p:cNvSpPr txBox="1"/>
          <p:nvPr/>
        </p:nvSpPr>
        <p:spPr>
          <a:xfrm>
            <a:off x="1331640" y="4941168"/>
            <a:ext cx="684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dirty="0" smtClean="0"/>
              <a:t>R  E  S  U  L  T  A  D  O  S</a:t>
            </a:r>
            <a:endParaRPr lang="es-MX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Elipse"/>
          <p:cNvSpPr/>
          <p:nvPr/>
        </p:nvSpPr>
        <p:spPr>
          <a:xfrm>
            <a:off x="1331640" y="1268760"/>
            <a:ext cx="2016224" cy="20882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4 Elipse"/>
          <p:cNvSpPr/>
          <p:nvPr/>
        </p:nvSpPr>
        <p:spPr>
          <a:xfrm>
            <a:off x="3707904" y="1268760"/>
            <a:ext cx="2016224" cy="208823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5 Elipse"/>
          <p:cNvSpPr/>
          <p:nvPr/>
        </p:nvSpPr>
        <p:spPr>
          <a:xfrm>
            <a:off x="6084168" y="1268760"/>
            <a:ext cx="2016224" cy="208823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6 Elipse"/>
          <p:cNvSpPr/>
          <p:nvPr/>
        </p:nvSpPr>
        <p:spPr>
          <a:xfrm>
            <a:off x="1619672" y="1556792"/>
            <a:ext cx="1440160" cy="151216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7 Elipse"/>
          <p:cNvSpPr/>
          <p:nvPr/>
        </p:nvSpPr>
        <p:spPr>
          <a:xfrm>
            <a:off x="3995936" y="1556792"/>
            <a:ext cx="1440160" cy="151216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" name="8 Elipse"/>
          <p:cNvSpPr/>
          <p:nvPr/>
        </p:nvSpPr>
        <p:spPr>
          <a:xfrm>
            <a:off x="6372200" y="1556792"/>
            <a:ext cx="1440160" cy="151216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9 CuadroTexto"/>
          <p:cNvSpPr txBox="1"/>
          <p:nvPr/>
        </p:nvSpPr>
        <p:spPr>
          <a:xfrm>
            <a:off x="1619672" y="1988840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1"/>
                </a:solidFill>
              </a:rPr>
              <a:t>PLANEACION</a:t>
            </a:r>
          </a:p>
          <a:p>
            <a:r>
              <a:rPr lang="es-MX" dirty="0" smtClean="0">
                <a:solidFill>
                  <a:schemeClr val="bg1"/>
                </a:solidFill>
              </a:rPr>
              <a:t>   PARA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3923928" y="1988840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PRESUPUESTO</a:t>
            </a:r>
          </a:p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  BASADO EN</a:t>
            </a:r>
            <a:endParaRPr lang="es-MX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6372200" y="1844824"/>
            <a:ext cx="1512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SISTEMA DE</a:t>
            </a:r>
          </a:p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EVALUACION</a:t>
            </a:r>
          </a:p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BASADO EN</a:t>
            </a:r>
            <a:endParaRPr lang="es-MX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12 Flecha abajo"/>
          <p:cNvSpPr/>
          <p:nvPr/>
        </p:nvSpPr>
        <p:spPr>
          <a:xfrm>
            <a:off x="2051720" y="3356992"/>
            <a:ext cx="648072" cy="1584176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14 Flecha abajo"/>
          <p:cNvSpPr/>
          <p:nvPr/>
        </p:nvSpPr>
        <p:spPr>
          <a:xfrm>
            <a:off x="4427984" y="3356992"/>
            <a:ext cx="648072" cy="1584176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15 Flecha abajo"/>
          <p:cNvSpPr/>
          <p:nvPr/>
        </p:nvSpPr>
        <p:spPr>
          <a:xfrm>
            <a:off x="6804248" y="3356992"/>
            <a:ext cx="648072" cy="1584176"/>
          </a:xfrm>
          <a:prstGeom prst="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16 CuadroTexto"/>
          <p:cNvSpPr txBox="1"/>
          <p:nvPr/>
        </p:nvSpPr>
        <p:spPr>
          <a:xfrm>
            <a:off x="1331640" y="4941168"/>
            <a:ext cx="684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dirty="0" smtClean="0"/>
              <a:t>R  E  S  U  L  T  A  D  O  S</a:t>
            </a:r>
            <a:endParaRPr lang="es-MX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7 Rectángulo redondeado"/>
          <p:cNvSpPr/>
          <p:nvPr/>
        </p:nvSpPr>
        <p:spPr>
          <a:xfrm>
            <a:off x="755576" y="980728"/>
            <a:ext cx="7632848" cy="5040560"/>
          </a:xfrm>
          <a:prstGeom prst="roundRect">
            <a:avLst/>
          </a:prstGeom>
          <a:blipFill dpi="0" rotWithShape="1"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/>
            <a:tile tx="0" ty="0" sx="100000" sy="100000" flip="xy" algn="tl"/>
          </a:blipFill>
          <a:ln>
            <a:noFill/>
          </a:ln>
          <a:scene3d>
            <a:camera prst="orthographicFront">
              <a:rot lat="0" lon="21299999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3 Elipse"/>
          <p:cNvSpPr/>
          <p:nvPr/>
        </p:nvSpPr>
        <p:spPr>
          <a:xfrm>
            <a:off x="1331640" y="1268760"/>
            <a:ext cx="2016224" cy="208823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4 Elipse"/>
          <p:cNvSpPr/>
          <p:nvPr/>
        </p:nvSpPr>
        <p:spPr>
          <a:xfrm>
            <a:off x="3707904" y="1268760"/>
            <a:ext cx="2016224" cy="20882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5 Elipse"/>
          <p:cNvSpPr/>
          <p:nvPr/>
        </p:nvSpPr>
        <p:spPr>
          <a:xfrm>
            <a:off x="6084168" y="1268760"/>
            <a:ext cx="2016224" cy="208823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6 Elipse"/>
          <p:cNvSpPr/>
          <p:nvPr/>
        </p:nvSpPr>
        <p:spPr>
          <a:xfrm>
            <a:off x="1619672" y="1556792"/>
            <a:ext cx="1440160" cy="151216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7 Elipse"/>
          <p:cNvSpPr/>
          <p:nvPr/>
        </p:nvSpPr>
        <p:spPr>
          <a:xfrm>
            <a:off x="3995936" y="1556792"/>
            <a:ext cx="1440160" cy="151216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" name="8 Elipse"/>
          <p:cNvSpPr/>
          <p:nvPr/>
        </p:nvSpPr>
        <p:spPr>
          <a:xfrm>
            <a:off x="6372200" y="1556792"/>
            <a:ext cx="1440160" cy="151216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9 CuadroTexto"/>
          <p:cNvSpPr txBox="1"/>
          <p:nvPr/>
        </p:nvSpPr>
        <p:spPr>
          <a:xfrm>
            <a:off x="1835696" y="1988840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GESTION</a:t>
            </a:r>
          </a:p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   PARA</a:t>
            </a:r>
            <a:endParaRPr lang="es-MX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3923928" y="1988840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1"/>
                </a:solidFill>
              </a:rPr>
              <a:t>PRESUPUESTO</a:t>
            </a:r>
          </a:p>
          <a:p>
            <a:r>
              <a:rPr lang="es-MX" dirty="0" smtClean="0">
                <a:solidFill>
                  <a:schemeClr val="bg1"/>
                </a:solidFill>
              </a:rPr>
              <a:t>  BASADO EN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6372200" y="1844824"/>
            <a:ext cx="1512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SISTEMA DE</a:t>
            </a:r>
          </a:p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EVALUACION</a:t>
            </a:r>
          </a:p>
          <a:p>
            <a:r>
              <a:rPr lang="es-MX" dirty="0" smtClean="0">
                <a:solidFill>
                  <a:schemeClr val="bg2">
                    <a:lumMod val="75000"/>
                  </a:schemeClr>
                </a:solidFill>
              </a:rPr>
              <a:t>BASADO EN</a:t>
            </a:r>
            <a:endParaRPr lang="es-MX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12 Flecha abajo"/>
          <p:cNvSpPr/>
          <p:nvPr/>
        </p:nvSpPr>
        <p:spPr>
          <a:xfrm>
            <a:off x="2051720" y="3356992"/>
            <a:ext cx="648072" cy="1584176"/>
          </a:xfrm>
          <a:prstGeom prst="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14 Flecha abajo"/>
          <p:cNvSpPr/>
          <p:nvPr/>
        </p:nvSpPr>
        <p:spPr>
          <a:xfrm>
            <a:off x="4427984" y="3356992"/>
            <a:ext cx="648072" cy="1584176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15 Flecha abajo"/>
          <p:cNvSpPr/>
          <p:nvPr/>
        </p:nvSpPr>
        <p:spPr>
          <a:xfrm>
            <a:off x="6804248" y="3356992"/>
            <a:ext cx="648072" cy="1584176"/>
          </a:xfrm>
          <a:prstGeom prst="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16 CuadroTexto"/>
          <p:cNvSpPr txBox="1"/>
          <p:nvPr/>
        </p:nvSpPr>
        <p:spPr>
          <a:xfrm>
            <a:off x="1331640" y="4941168"/>
            <a:ext cx="684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dirty="0" smtClean="0"/>
              <a:t>R  E  S  U  L  T  A  D  O  S</a:t>
            </a:r>
            <a:endParaRPr lang="es-MX" sz="5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 redondeado"/>
          <p:cNvSpPr/>
          <p:nvPr/>
        </p:nvSpPr>
        <p:spPr>
          <a:xfrm>
            <a:off x="755576" y="908720"/>
            <a:ext cx="7632848" cy="5040560"/>
          </a:xfrm>
          <a:prstGeom prst="roundRect">
            <a:avLst/>
          </a:prstGeom>
          <a:blipFill dpi="0" rotWithShape="1"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/>
            <a:tile tx="0" ty="0" sx="100000" sy="100000" flip="xy" algn="tl"/>
          </a:blipFill>
          <a:ln>
            <a:noFill/>
          </a:ln>
          <a:scene3d>
            <a:camera prst="orthographicFront">
              <a:rot lat="0" lon="21299999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8" name="17 Grupo"/>
          <p:cNvGrpSpPr/>
          <p:nvPr/>
        </p:nvGrpSpPr>
        <p:grpSpPr>
          <a:xfrm>
            <a:off x="1331640" y="1268760"/>
            <a:ext cx="6840760" cy="4595738"/>
            <a:chOff x="1331640" y="1268760"/>
            <a:chExt cx="6840760" cy="4595738"/>
          </a:xfrm>
        </p:grpSpPr>
        <p:sp>
          <p:nvSpPr>
            <p:cNvPr id="4" name="3 Elipse"/>
            <p:cNvSpPr/>
            <p:nvPr/>
          </p:nvSpPr>
          <p:spPr>
            <a:xfrm>
              <a:off x="1331640" y="1268760"/>
              <a:ext cx="2016224" cy="2088232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" name="4 Elipse"/>
            <p:cNvSpPr/>
            <p:nvPr/>
          </p:nvSpPr>
          <p:spPr>
            <a:xfrm>
              <a:off x="3707904" y="1268760"/>
              <a:ext cx="2016224" cy="2088232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" name="5 Elipse"/>
            <p:cNvSpPr/>
            <p:nvPr/>
          </p:nvSpPr>
          <p:spPr>
            <a:xfrm>
              <a:off x="6084168" y="1268760"/>
              <a:ext cx="2016224" cy="2088232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" name="6 Elipse"/>
            <p:cNvSpPr/>
            <p:nvPr/>
          </p:nvSpPr>
          <p:spPr>
            <a:xfrm>
              <a:off x="1619672" y="1556792"/>
              <a:ext cx="1440160" cy="1512168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7 Elipse"/>
            <p:cNvSpPr/>
            <p:nvPr/>
          </p:nvSpPr>
          <p:spPr>
            <a:xfrm>
              <a:off x="3995936" y="1556792"/>
              <a:ext cx="1440160" cy="1512168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9" name="8 Elipse"/>
            <p:cNvSpPr/>
            <p:nvPr/>
          </p:nvSpPr>
          <p:spPr>
            <a:xfrm>
              <a:off x="6372200" y="1556792"/>
              <a:ext cx="1440160" cy="1512168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0" name="9 CuadroTexto"/>
            <p:cNvSpPr txBox="1"/>
            <p:nvPr/>
          </p:nvSpPr>
          <p:spPr>
            <a:xfrm>
              <a:off x="1835696" y="1988840"/>
              <a:ext cx="10081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>
                  <a:solidFill>
                    <a:schemeClr val="bg2">
                      <a:lumMod val="75000"/>
                    </a:schemeClr>
                  </a:solidFill>
                </a:rPr>
                <a:t>GESTION</a:t>
              </a:r>
            </a:p>
            <a:p>
              <a:r>
                <a:rPr lang="es-MX" dirty="0" smtClean="0">
                  <a:solidFill>
                    <a:schemeClr val="bg2">
                      <a:lumMod val="75000"/>
                    </a:schemeClr>
                  </a:solidFill>
                </a:rPr>
                <a:t>   PARA</a:t>
              </a:r>
              <a:endParaRPr lang="es-MX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3923928" y="1988840"/>
              <a:ext cx="15841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>
                  <a:solidFill>
                    <a:schemeClr val="bg2">
                      <a:lumMod val="75000"/>
                    </a:schemeClr>
                  </a:solidFill>
                </a:rPr>
                <a:t>PRESUPUESTO</a:t>
              </a:r>
            </a:p>
            <a:p>
              <a:r>
                <a:rPr lang="es-MX" dirty="0" smtClean="0">
                  <a:solidFill>
                    <a:schemeClr val="bg2">
                      <a:lumMod val="75000"/>
                    </a:schemeClr>
                  </a:solidFill>
                </a:rPr>
                <a:t>  BASADO EN</a:t>
              </a:r>
              <a:endParaRPr lang="es-MX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2" name="11 CuadroTexto"/>
            <p:cNvSpPr txBox="1"/>
            <p:nvPr/>
          </p:nvSpPr>
          <p:spPr>
            <a:xfrm>
              <a:off x="6372200" y="1844824"/>
              <a:ext cx="151216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>
                  <a:solidFill>
                    <a:schemeClr val="bg1"/>
                  </a:solidFill>
                </a:rPr>
                <a:t>SISTEMA DE</a:t>
              </a:r>
            </a:p>
            <a:p>
              <a:r>
                <a:rPr lang="es-MX" dirty="0" smtClean="0">
                  <a:solidFill>
                    <a:schemeClr val="bg1"/>
                  </a:solidFill>
                </a:rPr>
                <a:t>EVALUACION</a:t>
              </a:r>
            </a:p>
            <a:p>
              <a:r>
                <a:rPr lang="es-MX" dirty="0" smtClean="0">
                  <a:solidFill>
                    <a:schemeClr val="bg1"/>
                  </a:solidFill>
                </a:rPr>
                <a:t>BASADO EN</a:t>
              </a:r>
              <a:endParaRPr lang="es-MX" dirty="0">
                <a:solidFill>
                  <a:schemeClr val="bg1"/>
                </a:solidFill>
              </a:endParaRPr>
            </a:p>
          </p:txBody>
        </p:sp>
        <p:sp>
          <p:nvSpPr>
            <p:cNvPr id="13" name="12 Flecha abajo"/>
            <p:cNvSpPr/>
            <p:nvPr/>
          </p:nvSpPr>
          <p:spPr>
            <a:xfrm>
              <a:off x="2051720" y="3356992"/>
              <a:ext cx="648072" cy="1584176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14 Flecha abajo"/>
            <p:cNvSpPr/>
            <p:nvPr/>
          </p:nvSpPr>
          <p:spPr>
            <a:xfrm>
              <a:off x="4427984" y="3356992"/>
              <a:ext cx="648072" cy="1584176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15 Flecha abajo"/>
            <p:cNvSpPr/>
            <p:nvPr/>
          </p:nvSpPr>
          <p:spPr>
            <a:xfrm>
              <a:off x="6804248" y="3356992"/>
              <a:ext cx="648072" cy="1584176"/>
            </a:xfrm>
            <a:prstGeom prst="downArrow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7" name="16 CuadroTexto"/>
            <p:cNvSpPr txBox="1"/>
            <p:nvPr/>
          </p:nvSpPr>
          <p:spPr>
            <a:xfrm>
              <a:off x="1331640" y="4941168"/>
              <a:ext cx="684076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5400" dirty="0" smtClean="0"/>
                <a:t>R  E  S  U  L  T  A  D  O  S</a:t>
              </a:r>
              <a:endParaRPr lang="es-MX" sz="54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110</Words>
  <Application>Microsoft Office PowerPoint</Application>
  <PresentationFormat>Presentación en pantalla (4:3)</PresentationFormat>
  <Paragraphs>40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Diapositiva 1</vt:lpstr>
      <vt:lpstr>Diapositiva 2</vt:lpstr>
      <vt:lpstr>Diapositiva 3</vt:lpstr>
      <vt:lpstr>Diapositiva 4</vt:lpstr>
      <vt:lpstr>Diapositiva 5</vt:lpstr>
      <vt:lpstr>Diapositiva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Pedro Díaz</dc:creator>
  <cp:lastModifiedBy>Pedro Díaz</cp:lastModifiedBy>
  <cp:revision>2</cp:revision>
  <dcterms:created xsi:type="dcterms:W3CDTF">2015-11-04T04:46:16Z</dcterms:created>
  <dcterms:modified xsi:type="dcterms:W3CDTF">2015-11-05T03:31:08Z</dcterms:modified>
</cp:coreProperties>
</file>